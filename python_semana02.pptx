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463040" y="1554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Validações e Filtros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463040" y="237744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LTP3 + QP3 — Semana 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Rafael Martins Alves — CEMIC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aprender hoje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em Python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para manipular texto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6032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03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try/except, verificação de dados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4904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490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592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e Ordenação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Listas: sort, sorted, filter, comprehension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Strings em Python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71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Criando strings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"Rafael"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sobrenome = 'Alves'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(formatação)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f"Olá, {nome}!"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Concatenação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completo = nome + " " + sobrenome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Tamanho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print(len(nome))  # 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são imutáveis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945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120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simples ou duplas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5176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208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para formatação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10896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retorna o tamanho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5661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1208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Indexação: nome[0] → 'R'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02336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1208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Fatiamento: nome[0:3] → 'Raf'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Métodos de String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.upper()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"rafael".upper()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"RAFAEL"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.lower()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"RAFAEL".lower()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"rafael"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.strip()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  oi  ".strip()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"oi"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.split()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"a,b,c".split(",")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['a','b','c']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.replace()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"abc".replace("a","x")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"xbc"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.startswith()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"Python".startswith("Py")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.isdigit()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"123".isdigit()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.join()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"-".join(["a","b"])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"a-b"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Validações com if/else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71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Validar idade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input("Idade: 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idade.isdigit():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print("Digite um número!")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int(idade) &lt;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print("Idade inválida!")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int(idade) &lt; 18: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print("Menor de idade")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print("Maior de idade")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valide entrada do usuário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24028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1208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.isdigit() antes de int()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4320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20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strings vazias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24612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elif para múltiplas condições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74904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1208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confie no input!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Validações com try/except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2801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Tratamento de erro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 = float(input("Nota: "))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0 &lt;= nota &lt;= 10: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print(f"Nota: {nota}")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print("Nota deve ser 0-10")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print("Digite um número!")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12801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Validar CPF (formato)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validar_cpf(cpf):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cpf = cpf.replace(".", "")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cpf = cpf.replace("-", "")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len(cpf) != 11: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cpf.isdigit():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566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QP3 — Qualidade de Projeto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8016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 do usuário é uma prática de qualidade de software. Código que não valida dados é código frágil. Use try/except para proteger seu programa contra entradas inesperadas.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Filtro e Ordenação de Listas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93192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691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[7.5, 3.0, 9.8, 5.2]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.sort() modifica a lista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notas.sort()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[3.0, 5.2, 7.5, 9.8]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sorted() cria nova lista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 = sorted(notas, reverse=True)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[9.8, 7.5, 5.2, 3.0]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93192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691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[7.5, 3.0, 9.8, 5.2]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comprehension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aprovados = [n for n in notas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if n &gt;= 6.0]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[7.5, 9.8]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list(filter(lambda n: n&gt;=6, notas))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3931920" cy="7315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114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.sort() modifica a lista original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4114800"/>
            <a:ext cx="3931920" cy="7315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4114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é mais pythônico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Prático: Tudo Junto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Sistema de notas: validar, filtrar e ordenar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alunos = []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 = input("Nome: ").strip().title()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nota = float(input("Nota: "))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0 &lt;= nota &lt;= 10: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alunos.append({"nome": nome, "nota": nota})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print("Nota inválida, pulando...")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Filtrar aprovados e ordenar por nota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aprovados = [a for a in alunos if a["nota"] &gt;= 6.0]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aprovados.sort(key=lambda a: a["nota"], reverse=True)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in aprovados: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print(f'{a["nome"]}: {a["nota"]:.1f}')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Atividade da Semana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280160" y="137160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645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Semana 02 — Beecrowd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280160" y="2286000"/>
            <a:ext cx="27432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3736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 — Cálculo Simples (operações e formatação)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80160" y="2743200"/>
            <a:ext cx="27432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3736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1013 — O Maior (condicionais)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280160" y="3200400"/>
            <a:ext cx="27432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73736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1017 — Gasto de Combustível (expressões)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0160" y="3657600"/>
            <a:ext cx="27432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128016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73736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1018 — Cédulas (divisão inteira)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280160" y="4114800"/>
            <a:ext cx="27432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12801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73736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1021 — Notas e Moedas (validação e formatação)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Resolver no Beecrowd → Salvar .py → git add, commit, push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Strings, Validações e Filtros</dc:title>
  <dc:subject>PptxGenJS Presentation</dc:subject>
  <dc:creator>Prof. Rafael Martins Alves</dc:creator>
  <cp:lastModifiedBy>Prof. Rafael Martins Alves</cp:lastModifiedBy>
  <cp:revision>1</cp:revision>
  <dcterms:created xsi:type="dcterms:W3CDTF">2026-02-26T14:05:09Z</dcterms:created>
  <dcterms:modified xsi:type="dcterms:W3CDTF">2026-02-26T14:05:09Z</dcterms:modified>
</cp:coreProperties>
</file>